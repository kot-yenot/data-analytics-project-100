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7fb53e46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7fb53e46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fb53e46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7fb53e46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7fb53e46c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7fb53e46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7fb53e46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7fb53e46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7fb53e46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7fb53e46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7fb53e46c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7fb53e46c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7fb53e46c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7fb53e46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7fb53e46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7fb53e46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7fb53e46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7fb53e46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7fb53e46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7fb53e46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7fb53e46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7fb53e46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7fb53e46c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7fb53e46c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7fb53e46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7fb53e46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7fb53e46c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7fb53e46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fb53e46c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7fb53e46c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CCCC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Дашборд конверсий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00475"/>
            <a:ext cx="8839204" cy="4182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Визиты по дням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График выглядит однородным, без критических отклонений. Можно заметить, что первый и последний месяц выделяются повышенным количеством визитов. Можно объяснить это сезонностью (апрель и июнь удобные месяца для отпуска, в мае - много праздничных дней) или проверить, какие рекламные кампании проводились в эти месяца и проверить кореляцию.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5139"/>
            <a:ext cx="9144003" cy="435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Регистрации по дням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График регистрации выглядит нормальным, без аномалий. Можно заметить, что визиты пользователей соотносятся с графиком регистраций, с несущественными отклонениями.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50" y="139275"/>
            <a:ext cx="8566973" cy="486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Визиты по платформам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Большую часть визитов занимает платформа web, на втором месте - Android, на третьем - ios. Можно объяснить это тем, что люди, сидящие за персональным компьютером, больше настроены на обучение. Помимо этого, можно поискать </a:t>
            </a:r>
            <a:r>
              <a:rPr lang="ru"/>
              <a:t>корреляцию</a:t>
            </a:r>
            <a:r>
              <a:rPr lang="ru"/>
              <a:t> между рекламными компаниями для различных платформ (например, рекламы на сайте/поисковике и рекламы в мобильных приложениях). Возможно, больший упор рекламы приходится на платформу web и можно будет усилить рекламу на мобильных платформах.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62" y="140575"/>
            <a:ext cx="8555075" cy="4862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Регистрации по платформам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Регистрации между платформами находятся практически в </a:t>
            </a:r>
            <a:r>
              <a:rPr lang="ru"/>
              <a:t>равном</a:t>
            </a:r>
            <a:r>
              <a:rPr lang="ru"/>
              <a:t> соотношении, что опровергает гипотезу о различиях в рекламных кампаниях. Скорее всего, в визиты попадают визиты действующих учеников, а чаще всего учатся с web-платформы.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1851"/>
            <a:ext cx="8520602" cy="4227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Конверсия по платформам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График конверсий показывает, что меньшая конверсия приходится на web-платформу. Это может подтвердить гипотезу о том, что в результаты попадают уже действующие ученики и данные искажаются (визитов с web-платформы больше не потому, что она популярная, а потому, что в ней искаженные данные не уникальными визитами).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75" y="445025"/>
            <a:ext cx="8451927" cy="4230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Суммарная конверсия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 среднем, конверсия по всем платформам в сумме держится на уровне 50-60%, без аномалий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50" y="342900"/>
            <a:ext cx="8929777" cy="43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Затраты на рекламу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Стоит обратить внимание на то, что в некоторые дни затраты на рекламу равны нулю, но, как мы видели ранее, это существенно не влияет на количество визитов и регистраций. Можно сделать вывод о том, что хорошо работают органические источники.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График неоднородный, можно углубиться и исследовать, с чем связаны перепады, как они соотносятся с визитами/регистрациями и можно ли оптимизировать затраты, или наоборот, увеличить для повышения эффективности.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Представленные данные содержат множество информации, из которой можно делать выводы и выдвигать гипотезы, которые, после доказательства(или опровержения), могут дать рекомендации для повышения эффективности рекламных кампаний.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